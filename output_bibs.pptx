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64" r:id="rId10"/>
    <p:sldId id="465" r:id="rId11"/>
    <p:sldId id="466" r:id="rId12"/>
    <p:sldId id="467" r:id="rId13"/>
    <p:sldId id="468" r:id="rId14"/>
    <p:sldId id="469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1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735" cy="466088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082" y="1"/>
            <a:ext cx="3037735" cy="466088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r">
              <a:defRPr sz="1200"/>
            </a:lvl1pPr>
          </a:lstStyle>
          <a:p>
            <a:fld id="{AEEE21DF-6C88-4FB3-81CC-98870746012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312"/>
            <a:ext cx="3037735" cy="466088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082" y="8830312"/>
            <a:ext cx="3037735" cy="466088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r">
              <a:defRPr sz="1200"/>
            </a:lvl1pPr>
          </a:lstStyle>
          <a:p>
            <a:fld id="{A0B5E7D6-92AC-4BAA-9B82-B9E8B7FF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5515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B021D-A36E-4DAA-B506-64F0D11FF5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6"/>
            <a:ext cx="5607050" cy="36607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676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6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8A52-85D2-4A27-9B41-66842ABA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9363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4022-53A0-48ED-816A-2736A99E4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554CD-A6C8-422D-AF63-1873374E4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D759-DF3F-4A1C-930F-D274B16E9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BB756-FDC1-465A-9B05-80EF6F69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1457F-2F26-4121-B1BD-7993D657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B8E1-A8C3-44B8-B112-4441A915D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03A6-50BA-4992-9234-67F469485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3508F-A24B-40A9-8CAB-4131AE0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CCF15-14B3-4070-9BB9-FC58D216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4EDD4-B795-4425-B56C-8902E72F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C956-A317-4AD4-846D-A1F04D3A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5B96B-2307-440B-BD46-D17A8D354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723B5-C047-4430-9A42-07DC7FB8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F1C7-310C-43E1-8F3F-9E932F1D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D706-1583-42C0-BD5E-9FB7FDCD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0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434B-FA46-4412-8730-5FE7D368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6D8A-274A-4D6D-8A37-837688A24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4AB0E-E667-47DE-8F64-6A9A5E95F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31D16-6A35-438D-91BF-8B46DD41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E6A3F-3BE3-44CD-9A10-C2EE14EA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BCADD-69CC-4A23-95DF-EF85A3DB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0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9127-4898-403B-B1A9-1552C428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5A0C8-910E-4A6D-82A4-D22297158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69515-15EB-4121-ACEF-16F4866E8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7EE3E-C3D8-449D-96C0-C5B9D98D5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2751E-1DA7-4FAB-89E3-8E019F85B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AF097-067F-4EA4-95E2-8306F96E1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66507-17C3-4A9B-82A5-D9B12BA0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9D1A5-FD31-4B48-A1C9-8DD65CF39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4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8BFC-A501-4761-8F6A-836F014A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D04D72-08F4-4733-A564-F20B51C4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8F892-824F-48FB-98F3-2903C167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10B2C-2DE1-46AE-8AC3-FAA3AABE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4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B1CE1-36BC-4475-8F2D-45D70E31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94FB8-0B96-45F7-88C1-8E6DB4B3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BE48C-B481-4A1C-9483-9CC3EFBD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70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9B8E-814C-4EA1-854C-80DB68964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F93C-8E43-46B4-A87C-908F8B7C5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3C47B-5E99-4553-9839-54948CF22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57EEE-2F87-4078-AC80-8AE8DF1F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49594-83A8-4C1F-910C-01992EA7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83DB7-6BA0-475A-AA0D-44DB5BB8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7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D7EA-4822-49FD-8869-69EBA38D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1EB8AD-C2F1-49F3-B1B6-98DC24FC0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99A05-C2A4-4D31-87C0-90498B57F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29A21-CA74-4D90-980D-601FC945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FF7D0-5910-4EB1-85A6-73C74B9E9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D1E14-C238-408C-B721-7EF8BF8C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3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94EE-C5B4-4775-B17D-B040A4160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54BED-45DA-4CE2-84E9-E05D19F3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F0EA-ED6F-4F65-8EF3-45077F84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DDD36-08F3-4780-9B2B-FF662ABF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01AF0-A512-44EE-92C2-345E8521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8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3C8B6-6E8C-4150-944F-AF41954D2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96E30-CC2D-41C7-A631-B3C7B021A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CB57A-7CF0-47CF-BCE1-166165E9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2EE8B-593D-4403-80EA-3BB6B5BD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01C4-C33C-41F1-8840-B4A3108C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836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4A89DB-91C3-48A2-A7A6-5A9A4763A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30B49-7E5D-4EAD-93BE-51DECFD00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1FE7-D8C6-4F31-AC1F-424578218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32282-20B8-48D7-81FB-DC1F78D28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45063-65D0-40A8-9905-A68865167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3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9D3181-83D8-46F0-BFC9-934EF6C79F68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Month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832BA5-98FE-4147-85C0-B907A9D22174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500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989DE-B3EB-468B-9C21-24D697318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1B7B1D-F760-3DDA-A11B-7D9B805AED12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FirstName LastName</a:t>
            </a:r>
          </a:p>
        </p:txBody>
      </p:sp>
    </p:spTree>
    <p:extLst>
      <p:ext uri="{BB962C8B-B14F-4D97-AF65-F5344CB8AC3E}">
        <p14:creationId xmlns:p14="http://schemas.microsoft.com/office/powerpoint/2010/main" val="279683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DAA2-B348-7D87-C2A7-0210D5C1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A02E7804-4202-94A7-4C08-CC78FEB1116D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Month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7B78449-8E54-ECF1-ADF4-83B80DC2FA11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1000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FF9A4-AE28-836E-587E-6E2DE2D720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2427D7-059C-7907-2805-F91F9570F91D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FirstName LastName</a:t>
            </a:r>
            <a:endParaRPr 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33992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" name="Rectangle 74">
            <a:extLst>
              <a:ext uri="{FF2B5EF4-FFF2-40B4-BE49-F238E27FC236}">
                <a16:creationId xmlns:a16="http://schemas.microsoft.com/office/drawing/2014/main" id="{4E9D3181-83D8-46F0-BFC9-934EF6C79F68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June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832BA5-98FE-4147-85C0-B907A9D22174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500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989DE-B3EB-468B-9C21-24D697318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1B7B1D-F760-3DDA-A11B-7D9B805AED12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Aditi Sharma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" name="Rectangle 74">
            <a:extLst>
              <a:ext uri="{FF2B5EF4-FFF2-40B4-BE49-F238E27FC236}">
                <a16:creationId xmlns:a16="http://schemas.microsoft.com/office/drawing/2014/main" id="{4E9D3181-83D8-46F0-BFC9-934EF6C79F68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June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832BA5-98FE-4147-85C0-B907A9D22174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501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989DE-B3EB-468B-9C21-24D697318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1B7B1D-F760-3DDA-A11B-7D9B805AED12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Rohit Verma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" name="Rectangle 74">
            <a:extLst>
              <a:ext uri="{FF2B5EF4-FFF2-40B4-BE49-F238E27FC236}">
                <a16:creationId xmlns:a16="http://schemas.microsoft.com/office/drawing/2014/main" id="{4E9D3181-83D8-46F0-BFC9-934EF6C79F68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June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832BA5-98FE-4147-85C0-B907A9D22174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502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989DE-B3EB-468B-9C21-24D697318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1B7B1D-F760-3DDA-A11B-7D9B805AED12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Neha Kapoor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" name="Rectangle 74">
            <a:extLst>
              <a:ext uri="{FF2B5EF4-FFF2-40B4-BE49-F238E27FC236}">
                <a16:creationId xmlns:a16="http://schemas.microsoft.com/office/drawing/2014/main" id="{4E9D3181-83D8-46F0-BFC9-934EF6C79F68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June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832BA5-98FE-4147-85C0-B907A9D22174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1000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989DE-B3EB-468B-9C21-24D697318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1B7B1D-F760-3DDA-A11B-7D9B805AED12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Karan Mehta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" name="Rectangle 74">
            <a:extLst>
              <a:ext uri="{FF2B5EF4-FFF2-40B4-BE49-F238E27FC236}">
                <a16:creationId xmlns:a16="http://schemas.microsoft.com/office/drawing/2014/main" id="{4E9D3181-83D8-46F0-BFC9-934EF6C79F68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June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832BA5-98FE-4147-85C0-B907A9D22174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1001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989DE-B3EB-468B-9C21-24D697318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1B7B1D-F760-3DDA-A11B-7D9B805AED12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Priya Nair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" name="Rectangle 74">
            <a:extLst>
              <a:ext uri="{FF2B5EF4-FFF2-40B4-BE49-F238E27FC236}">
                <a16:creationId xmlns:a16="http://schemas.microsoft.com/office/drawing/2014/main" id="{4E9D3181-83D8-46F0-BFC9-934EF6C79F68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June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832BA5-98FE-4147-85C0-B907A9D22174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2100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989DE-B3EB-468B-9C21-24D697318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1B7B1D-F760-3DDA-A11B-7D9B805AED12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Arjun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2442</TotalTime>
  <Words>14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Utpal Barman</dc:creator>
  <cp:lastModifiedBy>Utpal Barman</cp:lastModifiedBy>
  <cp:revision>115</cp:revision>
  <dcterms:created xsi:type="dcterms:W3CDTF">2020-11-26T15:46:13Z</dcterms:created>
  <dcterms:modified xsi:type="dcterms:W3CDTF">2026-07-26T04:12:00Z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cd100a-077b-4351-b7ea-99b99562cb12_Enabled">
    <vt:lpwstr>true</vt:lpwstr>
  </property>
  <property fmtid="{D5CDD505-2E9C-101B-9397-08002B2CF9AE}" pid="3" name="MSIP_Label_cccd100a-077b-4351-b7ea-99b99562cb12_SetDate">
    <vt:lpwstr>2022-08-23T17:56:40Z</vt:lpwstr>
  </property>
  <property fmtid="{D5CDD505-2E9C-101B-9397-08002B2CF9AE}" pid="4" name="MSIP_Label_cccd100a-077b-4351-b7ea-99b99562cb12_Method">
    <vt:lpwstr>Privileged</vt:lpwstr>
  </property>
  <property fmtid="{D5CDD505-2E9C-101B-9397-08002B2CF9AE}" pid="5" name="MSIP_Label_cccd100a-077b-4351-b7ea-99b99562cb12_Name">
    <vt:lpwstr>cccd100a-077b-4351-b7ea-99b99562cb12</vt:lpwstr>
  </property>
  <property fmtid="{D5CDD505-2E9C-101B-9397-08002B2CF9AE}" pid="6" name="MSIP_Label_cccd100a-077b-4351-b7ea-99b99562cb12_SiteId">
    <vt:lpwstr>f06fa858-824b-4a85-aacb-f372cfdc282e</vt:lpwstr>
  </property>
  <property fmtid="{D5CDD505-2E9C-101B-9397-08002B2CF9AE}" pid="7" name="MSIP_Label_cccd100a-077b-4351-b7ea-99b99562cb12_ActionId">
    <vt:lpwstr>70d34330-c159-463d-918a-93c25f4920d9</vt:lpwstr>
  </property>
  <property fmtid="{D5CDD505-2E9C-101B-9397-08002B2CF9AE}" pid="8" name="MSIP_Label_cccd100a-077b-4351-b7ea-99b99562cb12_ContentBits">
    <vt:lpwstr>0</vt:lpwstr>
  </property>
</Properties>
</file>