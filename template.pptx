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33" r:id="rId2"/>
    <p:sldId id="463" r:id="rId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84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1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735" cy="466088"/>
          </a:xfrm>
          <a:prstGeom prst="rect">
            <a:avLst/>
          </a:prstGeom>
        </p:spPr>
        <p:txBody>
          <a:bodyPr vert="horz" lIns="91294" tIns="45647" rIns="91294" bIns="4564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1082" y="1"/>
            <a:ext cx="3037735" cy="466088"/>
          </a:xfrm>
          <a:prstGeom prst="rect">
            <a:avLst/>
          </a:prstGeom>
        </p:spPr>
        <p:txBody>
          <a:bodyPr vert="horz" lIns="91294" tIns="45647" rIns="91294" bIns="45647" rtlCol="0"/>
          <a:lstStyle>
            <a:lvl1pPr algn="r">
              <a:defRPr sz="1200"/>
            </a:lvl1pPr>
          </a:lstStyle>
          <a:p>
            <a:fld id="{AEEE21DF-6C88-4FB3-81CC-988707460125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0312"/>
            <a:ext cx="3037735" cy="466088"/>
          </a:xfrm>
          <a:prstGeom prst="rect">
            <a:avLst/>
          </a:prstGeom>
        </p:spPr>
        <p:txBody>
          <a:bodyPr vert="horz" lIns="91294" tIns="45647" rIns="91294" bIns="4564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1082" y="8830312"/>
            <a:ext cx="3037735" cy="466088"/>
          </a:xfrm>
          <a:prstGeom prst="rect">
            <a:avLst/>
          </a:prstGeom>
        </p:spPr>
        <p:txBody>
          <a:bodyPr vert="horz" lIns="91294" tIns="45647" rIns="91294" bIns="45647" rtlCol="0" anchor="b"/>
          <a:lstStyle>
            <a:lvl1pPr algn="r">
              <a:defRPr sz="1200"/>
            </a:lvl1pPr>
          </a:lstStyle>
          <a:p>
            <a:fld id="{A0B5E7D6-92AC-4BAA-9B82-B9E8B7FFB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5515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4667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B021D-A36E-4DAA-B506-64F0D11FF56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6"/>
            <a:ext cx="5607050" cy="366077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676"/>
            <a:ext cx="3038475" cy="466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6"/>
            <a:ext cx="3038475" cy="466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B8A52-85D2-4A27-9B41-66842ABAA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9363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4022-53A0-48ED-816A-2736A99E4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554CD-A6C8-422D-AF63-1873374E4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D759-DF3F-4A1C-930F-D274B16E9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BB756-FDC1-465A-9B05-80EF6F699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1457F-2F26-4121-B1BD-7993D657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72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B8E1-A8C3-44B8-B112-4441A915D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03A6-50BA-4992-9234-67F469485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3508F-A24B-40A9-8CAB-4131AE0D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CCF15-14B3-4070-9BB9-FC58D2163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4EDD4-B795-4425-B56C-8902E72FE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7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C956-A317-4AD4-846D-A1F04D3AF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5B96B-2307-440B-BD46-D17A8D354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723B5-C047-4430-9A42-07DC7FB83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6F1C7-310C-43E1-8F3F-9E932F1D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0D706-1583-42C0-BD5E-9FB7FDCDD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0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434B-FA46-4412-8730-5FE7D368F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F6D8A-274A-4D6D-8A37-837688A24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14AB0E-E667-47DE-8F64-6A9A5E95F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31D16-6A35-438D-91BF-8B46DD41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E6A3F-3BE3-44CD-9A10-C2EE14EAC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BCADD-69CC-4A23-95DF-EF85A3DBE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09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59127-4898-403B-B1A9-1552C428E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5A0C8-910E-4A6D-82A4-D22297158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69515-15EB-4121-ACEF-16F4866E8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7EE3E-C3D8-449D-96C0-C5B9D98D59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82751E-1DA7-4FAB-89E3-8E019F85B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4AF097-067F-4EA4-95E2-8306F96E1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66507-17C3-4A9B-82A5-D9B12BA0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89D1A5-FD31-4B48-A1C9-8DD65CF39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44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38BFC-A501-4761-8F6A-836F014A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D04D72-08F4-4733-A564-F20B51C49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28F892-824F-48FB-98F3-2903C167F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10B2C-2DE1-46AE-8AC3-FAA3AABE9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849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6B1CE1-36BC-4475-8F2D-45D70E31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94FB8-0B96-45F7-88C1-8E6DB4B3C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BE48C-B481-4A1C-9483-9CC3EFBD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70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C9B8E-814C-4EA1-854C-80DB68964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6F93C-8E43-46B4-A87C-908F8B7C5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3C47B-5E99-4553-9839-54948CF22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57EEE-2F87-4078-AC80-8AE8DF1F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49594-83A8-4C1F-910C-01992EA71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83DB7-6BA0-475A-AA0D-44DB5BB84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172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1D7EA-4822-49FD-8869-69EBA38D2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1EB8AD-C2F1-49F3-B1B6-98DC24FC0C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99A05-C2A4-4D31-87C0-90498B57F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29A21-CA74-4D90-980D-601FC9453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FF7D0-5910-4EB1-85A6-73C74B9E9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D1E14-C238-408C-B721-7EF8BF8C5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83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94EE-C5B4-4775-B17D-B040A4160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F54BED-45DA-4CE2-84E9-E05D19F36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F0EA-ED6F-4F65-8EF3-45077F84A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DDD36-08F3-4780-9B2B-FF662ABFD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01AF0-A512-44EE-92C2-345E85214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8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73C8B6-6E8C-4150-944F-AF41954D2A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96E30-CC2D-41C7-A631-B3C7B021A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CB57A-7CF0-47CF-BCE1-166165E92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2EE8B-593D-4403-80EA-3BB6B5BD1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E01C4-C33C-41F1-8840-B4A3108CB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83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4A89DB-91C3-48A2-A7A6-5A9A4763A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30B49-7E5D-4EAD-93BE-51DECFD00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B1FE7-D8C6-4F31-AC1F-424578218E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7C281-1825-4194-9659-F78E4D44EACA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32282-20B8-48D7-81FB-DC1F78D28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45063-65D0-40A8-9905-A68865167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B6F99-7428-481A-8552-CB3F375DB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3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4E9D3181-83D8-46F0-BFC9-934EF6C79F68}"/>
              </a:ext>
            </a:extLst>
          </p:cNvPr>
          <p:cNvSpPr/>
          <p:nvPr/>
        </p:nvSpPr>
        <p:spPr>
          <a:xfrm>
            <a:off x="1701801" y="181652"/>
            <a:ext cx="839096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</a:rPr>
              <a:t>Monthly Run Month 2026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C832BA5-98FE-4147-85C0-B907A9D22174}"/>
              </a:ext>
            </a:extLst>
          </p:cNvPr>
          <p:cNvSpPr/>
          <p:nvPr/>
        </p:nvSpPr>
        <p:spPr>
          <a:xfrm>
            <a:off x="3736726" y="4034386"/>
            <a:ext cx="4321116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</a:rPr>
              <a:t>500</a:t>
            </a:r>
            <a:endParaRPr lang="en-US" sz="12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rgbClr val="00B050"/>
              </a:solidFill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A989DE-B3EB-468B-9C21-24D697318F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87"/>
          <a:stretch/>
        </p:blipFill>
        <p:spPr>
          <a:xfrm>
            <a:off x="3099143" y="704872"/>
            <a:ext cx="5596281" cy="36226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1B7B1D-F760-3DDA-A11B-7D9B805AED12}"/>
              </a:ext>
            </a:extLst>
          </p:cNvPr>
          <p:cNvSpPr/>
          <p:nvPr/>
        </p:nvSpPr>
        <p:spPr>
          <a:xfrm>
            <a:off x="1900516" y="5765291"/>
            <a:ext cx="839096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2060"/>
                </a:solidFill>
              </a:rPr>
              <a:t>FirstName LastName</a:t>
            </a:r>
          </a:p>
        </p:txBody>
      </p:sp>
    </p:spTree>
    <p:extLst>
      <p:ext uri="{BB962C8B-B14F-4D97-AF65-F5344CB8AC3E}">
        <p14:creationId xmlns:p14="http://schemas.microsoft.com/office/powerpoint/2010/main" val="279683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ADAA2-B348-7D87-C2A7-0210D5C16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A02E7804-4202-94A7-4C08-CC78FEB1116D}"/>
              </a:ext>
            </a:extLst>
          </p:cNvPr>
          <p:cNvSpPr/>
          <p:nvPr/>
        </p:nvSpPr>
        <p:spPr>
          <a:xfrm>
            <a:off x="1701801" y="181652"/>
            <a:ext cx="839096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</a:rPr>
              <a:t>Monthly Run Month 2026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7B78449-8E54-ECF1-ADF4-83B80DC2FA11}"/>
              </a:ext>
            </a:extLst>
          </p:cNvPr>
          <p:cNvSpPr/>
          <p:nvPr/>
        </p:nvSpPr>
        <p:spPr>
          <a:xfrm>
            <a:off x="3736726" y="4034386"/>
            <a:ext cx="4321116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</a:rPr>
              <a:t>1000</a:t>
            </a:r>
            <a:endParaRPr lang="en-US" sz="120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rgbClr val="00B050"/>
              </a:solidFill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9FF9A4-AE28-836E-587E-6E2DE2D720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87"/>
          <a:stretch/>
        </p:blipFill>
        <p:spPr>
          <a:xfrm>
            <a:off x="3099143" y="704872"/>
            <a:ext cx="5596281" cy="36226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92427D7-059C-7907-2805-F91F9570F91D}"/>
              </a:ext>
            </a:extLst>
          </p:cNvPr>
          <p:cNvSpPr/>
          <p:nvPr/>
        </p:nvSpPr>
        <p:spPr>
          <a:xfrm>
            <a:off x="1900516" y="5765291"/>
            <a:ext cx="839096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2060"/>
                </a:solidFill>
              </a:rPr>
              <a:t>FirstName LastName</a:t>
            </a:r>
            <a:endParaRPr lang="en-US" sz="4000" b="1" dirty="0">
              <a:ln w="12700">
                <a:solidFill>
                  <a:schemeClr val="tx1"/>
                </a:solidFill>
                <a:prstDash val="solid"/>
              </a:ln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339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2442</TotalTime>
  <Words>14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Utpal Barman</dc:creator>
  <cp:lastModifiedBy>Utpal Barman</cp:lastModifiedBy>
  <cp:revision>115</cp:revision>
  <dcterms:created xsi:type="dcterms:W3CDTF">2020-11-26T15:46:13Z</dcterms:created>
  <dcterms:modified xsi:type="dcterms:W3CDTF">2026-07-26T04:12:00Z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cd100a-077b-4351-b7ea-99b99562cb12_Enabled">
    <vt:lpwstr>true</vt:lpwstr>
  </property>
  <property fmtid="{D5CDD505-2E9C-101B-9397-08002B2CF9AE}" pid="3" name="MSIP_Label_cccd100a-077b-4351-b7ea-99b99562cb12_SetDate">
    <vt:lpwstr>2022-08-23T17:56:40Z</vt:lpwstr>
  </property>
  <property fmtid="{D5CDD505-2E9C-101B-9397-08002B2CF9AE}" pid="4" name="MSIP_Label_cccd100a-077b-4351-b7ea-99b99562cb12_Method">
    <vt:lpwstr>Privileged</vt:lpwstr>
  </property>
  <property fmtid="{D5CDD505-2E9C-101B-9397-08002B2CF9AE}" pid="5" name="MSIP_Label_cccd100a-077b-4351-b7ea-99b99562cb12_Name">
    <vt:lpwstr>cccd100a-077b-4351-b7ea-99b99562cb12</vt:lpwstr>
  </property>
  <property fmtid="{D5CDD505-2E9C-101B-9397-08002B2CF9AE}" pid="6" name="MSIP_Label_cccd100a-077b-4351-b7ea-99b99562cb12_SiteId">
    <vt:lpwstr>f06fa858-824b-4a85-aacb-f372cfdc282e</vt:lpwstr>
  </property>
  <property fmtid="{D5CDD505-2E9C-101B-9397-08002B2CF9AE}" pid="7" name="MSIP_Label_cccd100a-077b-4351-b7ea-99b99562cb12_ActionId">
    <vt:lpwstr>70d34330-c159-463d-918a-93c25f4920d9</vt:lpwstr>
  </property>
  <property fmtid="{D5CDD505-2E9C-101B-9397-08002B2CF9AE}" pid="8" name="MSIP_Label_cccd100a-077b-4351-b7ea-99b99562cb12_ContentBits">
    <vt:lpwstr>0</vt:lpwstr>
  </property>
</Properties>
</file>